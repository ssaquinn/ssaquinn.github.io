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30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4B644-1B5E-E65B-6604-13BD4C2B6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5F74B-2451-2F07-1DF7-336801B3E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FBC79-143C-F54A-66C6-18A789B9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7E7-8442-4A94-B6FA-C223239A143E}" type="datetimeFigureOut">
              <a:rPr lang="en-NZ" smtClean="0"/>
              <a:t>30/06/2022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82F4C-6F65-DBC8-B9FA-1887E546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B4773-ED86-1925-4C28-1675772D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DD1-596E-455E-93E1-2176A580CF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05133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0B1B-565E-E566-A2ED-F02AD7C8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C9434-27A8-545A-22B8-F526B099F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4EA84-A28B-F89A-575E-8F5D31535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7E7-8442-4A94-B6FA-C223239A143E}" type="datetimeFigureOut">
              <a:rPr lang="en-NZ" smtClean="0"/>
              <a:t>30/06/2022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26CD7-94A7-84E7-FEF2-C7902748D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71F1B-1AC0-C5D5-7096-F6A7410F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DD1-596E-455E-93E1-2176A580CF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4651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1202B-0218-7103-9D10-A2E9617A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121DC-196B-8E87-BAD1-E4A0D71CD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3B575-582A-5E80-0909-3043B143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7E7-8442-4A94-B6FA-C223239A143E}" type="datetimeFigureOut">
              <a:rPr lang="en-NZ" smtClean="0"/>
              <a:t>30/06/2022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7CE09-26AA-34F7-2AD4-07994037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45986-DE79-5CEC-E17E-732FBEC42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DD1-596E-455E-93E1-2176A580CF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2297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4706-266B-2F6D-4856-86019A5FE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60475-5EC7-3AE5-17EB-63B7EE258C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DC1B1-A1BA-9CD3-A088-12179D90B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FDE26-A259-0192-68FE-D0F06FFC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7E7-8442-4A94-B6FA-C223239A143E}" type="datetimeFigureOut">
              <a:rPr lang="en-NZ" smtClean="0"/>
              <a:t>30/06/2022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ED093-2A33-D0DF-0A2A-8626DB04F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F8ABD-5438-9705-689D-75D58452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DD1-596E-455E-93E1-2176A580CF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1137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EB37C-F1F8-F2D4-2B21-5496A9D3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DDD84-99E5-6D64-C5D6-9F20431D8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48F78-1E8B-D1DA-D102-419FE7859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CC225C-D5E2-D51A-F1D8-6A3A6669C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A919F-D16C-8467-D5C0-BB0A78592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7A183C-5A6F-BB36-A19E-518C2638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7E7-8442-4A94-B6FA-C223239A143E}" type="datetimeFigureOut">
              <a:rPr lang="en-NZ" smtClean="0"/>
              <a:t>30/06/2022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B2E8F9-D0EF-2F16-5B70-0447EDD05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9DE089-4ACA-B0A4-99EB-82E9D6FB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DD1-596E-455E-93E1-2176A580CF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58975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806A6-1458-0D99-16A0-4A3CF2EC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191DF-A0FE-ACF3-2A00-6709ED0D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7E7-8442-4A94-B6FA-C223239A143E}" type="datetimeFigureOut">
              <a:rPr lang="en-NZ" smtClean="0"/>
              <a:t>30/06/2022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08DF-4742-D832-3554-2BAC9037D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F3BFC9-EEF6-78A8-D375-19CA7476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DD1-596E-455E-93E1-2176A580CF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0823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1D005-196B-EDB4-3A92-1C1283FDC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7E7-8442-4A94-B6FA-C223239A143E}" type="datetimeFigureOut">
              <a:rPr lang="en-NZ" smtClean="0"/>
              <a:t>30/06/2022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FD8CA-D516-BD79-A552-5B1FA8DF9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230A6-AB4C-D25D-4AE1-A745DC98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DD1-596E-455E-93E1-2176A580CF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42439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D5BF4-DF6F-C92E-88DD-6A4BA996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B83F1-9CAC-33BD-BD8E-8681FC04E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F2B10-7DDE-E6FD-72A1-704ACFDE8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2A92E-2991-DEF5-B6BC-3141A2153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7E7-8442-4A94-B6FA-C223239A143E}" type="datetimeFigureOut">
              <a:rPr lang="en-NZ" smtClean="0"/>
              <a:t>30/06/2022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AAC1C-25C3-B1D2-624D-0D5910E46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E2D83-A892-DA23-EA1E-DE80394B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DD1-596E-455E-93E1-2176A580CF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7131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FF09-F801-E2A0-5E98-0139253F0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50AD7-24D4-B106-5283-9D082A6A0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7C05B-52EA-FBB6-9560-C303418C7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C3947-A00B-BDA6-0702-F9661C43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7E7-8442-4A94-B6FA-C223239A143E}" type="datetimeFigureOut">
              <a:rPr lang="en-NZ" smtClean="0"/>
              <a:t>30/06/2022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7E419-31E5-AEF0-1569-D557A2C7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D2771-7583-8CD4-E421-026889425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DD1-596E-455E-93E1-2176A580CF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3061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D8273-EE2B-BB4A-49C6-B3569285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08F61-5E29-32C5-F31D-4BD46E440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23F46-027E-3B50-F02F-BB7E23092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7E7-8442-4A94-B6FA-C223239A143E}" type="datetimeFigureOut">
              <a:rPr lang="en-NZ" smtClean="0"/>
              <a:t>30/06/2022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D439B-839D-02DB-509F-8A93E6DF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92BF-8197-1A81-8E8A-3CC4294A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DD1-596E-455E-93E1-2176A580CF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85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96AD0-99F2-D216-A8AC-BE9BEE6383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BA206-B2F6-5DE2-B359-AA4BB1B2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A3DB4-EADA-0163-9E1D-10714E40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387E7-8442-4A94-B6FA-C223239A143E}" type="datetimeFigureOut">
              <a:rPr lang="en-NZ" smtClean="0"/>
              <a:t>30/06/2022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861A5-A399-7C0F-8BA9-7F85DFFB2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CFF0-419D-7DE2-C811-72D74B44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51DD1-596E-455E-93E1-2176A580CF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54306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A36328-7FE9-D6C9-837F-B3FDA76E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43804-7D53-229B-AD27-DF01ACD9C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DEF89-7A97-B2DB-88AE-573C69746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387E7-8442-4A94-B6FA-C223239A143E}" type="datetimeFigureOut">
              <a:rPr lang="en-NZ" smtClean="0"/>
              <a:t>30/06/2022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EE8DD-87D5-D1DC-4995-BCE9E4D11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4B8BA-E681-08B1-48BB-D7B993D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51DD1-596E-455E-93E1-2176A580CF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90542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9059-2493-702A-C69F-81B4F0F9E1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4709E-55F8-763C-02EA-7C0DE4A4CC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E505171-5F0D-CC51-44D8-B952760415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276" r="51208" b="17511"/>
          <a:stretch/>
        </p:blipFill>
        <p:spPr bwMode="auto">
          <a:xfrm>
            <a:off x="3516947" y="1549400"/>
            <a:ext cx="5158105" cy="3759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9CE369-0B32-2FE3-D5E0-943D025EF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631" y="1426290"/>
            <a:ext cx="5730737" cy="4005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3DA27D-419A-CFCD-482C-2AFD82641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905" y="1990321"/>
            <a:ext cx="5877053" cy="42248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228387-B223-5509-5673-0AC16C469D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9568" y="1700621"/>
            <a:ext cx="5157663" cy="376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26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Quinn</dc:creator>
  <cp:lastModifiedBy>Sarah Quinn</cp:lastModifiedBy>
  <cp:revision>2</cp:revision>
  <dcterms:created xsi:type="dcterms:W3CDTF">2022-06-29T22:05:08Z</dcterms:created>
  <dcterms:modified xsi:type="dcterms:W3CDTF">2022-06-29T22:10:38Z</dcterms:modified>
</cp:coreProperties>
</file>